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A623"/>
                </a:solidFill>
              </a:defRPr>
            </a:pPr>
            <a:r>
              <a:t>IEEE WIE SAMWAD IDEATHON 2026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CONECT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Designing Smart Solutions to Help Women in STEM Discover Career Opportunities, Access Mentorship, and Build Professional Networks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10362895" cy="2743200"/>
          </a:xfrm>
          <a:prstGeom prst="roundRect">
            <a:avLst/>
          </a:prstGeom>
          <a:solidFill>
            <a:srgbClr val="132C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365760" wrap="square"/>
          <a:lstStyle/>
          <a:p>
            <a:pPr algn="ctr"/>
            <a:r>
              <a:rPr b="1" sz="1500">
                <a:solidFill>
                  <a:srgbClr val="F5A623"/>
                </a:solidFill>
              </a:rPr>
              <a:t>Organisation name / Student Innovation: </a:t>
            </a:r>
            <a:r>
              <a:rPr sz="1500">
                <a:solidFill>
                  <a:srgbClr val="FFFFFF"/>
                </a:solidFill>
              </a:rPr>
              <a:t>Student Innovation
</a:t>
            </a:r>
          </a:p>
          <a:p>
            <a:r>
              <a:rPr b="1" sz="1500">
                <a:solidFill>
                  <a:srgbClr val="F5A623"/>
                </a:solidFill>
              </a:rPr>
              <a:t>Problem Statement Title: </a:t>
            </a:r>
            <a:r>
              <a:rPr sz="1500">
                <a:solidFill>
                  <a:srgbClr val="FFFFFF"/>
                </a:solidFill>
              </a:rPr>
              <a:t>Designing Smart Solutions for Women in STEM Careers &amp; Mentorship
</a:t>
            </a:r>
          </a:p>
          <a:p>
            <a:r>
              <a:rPr b="1" sz="1500">
                <a:solidFill>
                  <a:srgbClr val="F5A623"/>
                </a:solidFill>
              </a:rPr>
              <a:t>Team Name: </a:t>
            </a:r>
            <a:r>
              <a:rPr sz="1500">
                <a:solidFill>
                  <a:srgbClr val="FFFFFF"/>
                </a:solidFill>
              </a:rPr>
              <a:t>[Your Team Name]
</a:t>
            </a:r>
          </a:p>
          <a:p>
            <a:r>
              <a:rPr b="1" sz="1500">
                <a:solidFill>
                  <a:srgbClr val="F5A623"/>
                </a:solidFill>
              </a:rPr>
              <a:t>Team Leader Name: </a:t>
            </a:r>
            <a:r>
              <a:rPr sz="1500">
                <a:solidFill>
                  <a:srgbClr val="FFFFFF"/>
                </a:solidFill>
              </a:rPr>
              <a:t>[Team Leader Name]
</a:t>
            </a:r>
          </a:p>
          <a:p>
            <a:r>
              <a:rPr b="1" sz="1500">
                <a:solidFill>
                  <a:srgbClr val="F5A623"/>
                </a:solidFill>
              </a:rPr>
              <a:t>Institute Name: </a:t>
            </a:r>
            <a:r>
              <a:rPr sz="1500">
                <a:solidFill>
                  <a:srgbClr val="FFFFFF"/>
                </a:solidFill>
              </a:rPr>
              <a:t>[Your Institute / University Name]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2 • ROSTER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Team Members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Team Leader Details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Name: [Member 1 Full Name]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Branch: [e.g. Computer Science / ECE]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Stream: B.Tech  |  Year: 3rd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Team Member 1 Details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Name: [Member 2 Full Name]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Branch: [e.g. Computer Science / ECE]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Stream: B.Tech  |  Year: 3rd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Team Member 2 Details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Name: [Member 3 Full Name]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Branch: [e.g. Computer Science / ECE]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Stream: B.Tech  |  Year: 3rd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0292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Team Member 3 Details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Name: [Member 4 Full Name]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Branch: [e.g. Computer Science / ECE]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Stream: B.Tech  |  Year: 3rd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3 • CORE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Idea / Approach Details: CONECT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Describe Solution &amp; Prototype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Centralized career companion for female students in engineering &amp; STEM.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Eliminates 10+ hours wasted on fragmented channels (Telegram, LinkedIn, unverified blogs).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Integrates verified opportunity aggregation, smart matching, and direct mentor pairing in one platform.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Interactive cross-platform client (Web and Mobile) with personalized feeds.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74523411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Core Functional Modules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Opportunity Hub: Verified scholarships (Adobe WIT, Google Generation), research fellowships, and hackathons.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AI Profile Matcher: Real-time compatibility scores based on branch, year, CGPA, and technical skills.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1-on-1 Mentorship: Verified female leaders from Google, Microsoft, ISRO with instant slot booking.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Deadline Pipeline: Zero-miss tracking with automated push alerts at T-7, T-3, and T-1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549039507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Simulation &amp; Explanation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Prototype Wireframe: Interactive 5-tab dashboard built and tested with live AI re-ranking.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Document Vault: Auto-stores SOPs, transcripts, and tailored resumes for one-click application.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Video Explanation: Unlisted YouTube walkthrough showcasing live opportunity discovery and slot booking.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Demo Link: &lt;Link to Video / Drive Demo&gt;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4 • ENGINEERING STACK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b="1" sz="1500">
                <a:solidFill>
                  <a:srgbClr val="0B1E36"/>
                </a:solidFill>
              </a:defRPr>
            </a:pPr>
            <a:r>
              <a:t>System Architecture Pipeline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Data Aggregation Layer (Crawlers + Verified APIs) ➔ AI Matching &amp; NLP Engine (MiniLM &amp; Cosine Similarity) ➔ Application Microservices (FastAPI Core) ➔ Cross-Platform Client (Tailwind / Next.js &amp; Mobile App)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400">
                <a:solidFill>
                  <a:srgbClr val="0B1E36"/>
                </a:solidFill>
              </a:defRPr>
            </a:pPr>
            <a:r>
              <a:t>Frontend &amp; UI</a:t>
            </a:r>
          </a:p>
          <a:p>
            <a:pPr>
              <a:spcAft>
                <a:spcPts val="600"/>
              </a:spcAft>
              <a:defRPr b="1" sz="1000">
                <a:solidFill>
                  <a:srgbClr val="0E7490"/>
                </a:solidFill>
              </a:defRPr>
            </a:pPr>
            <a:r>
              <a:t>Tailwind CSS, Next.js &amp; Flutter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Responsive, glassmorphic UI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Cross-platform Web &amp; Mobile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Instant client-side re-ranking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Low-bandwidth data caching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0021537920" y="32004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400">
                <a:solidFill>
                  <a:srgbClr val="0B1E36"/>
                </a:solidFill>
              </a:defRPr>
            </a:pPr>
            <a:r>
              <a:t>Backend &amp; APIs</a:t>
            </a:r>
          </a:p>
          <a:p>
            <a:pPr>
              <a:spcAft>
                <a:spcPts val="600"/>
              </a:spcAft>
              <a:defRPr b="1" sz="1000">
                <a:solidFill>
                  <a:srgbClr val="0E7490"/>
                </a:solidFill>
              </a:defRPr>
            </a:pPr>
            <a:r>
              <a:t>FastAPI &amp; Python Microservices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Modular REST/GraphQL endpoints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Fast JSON response times (&lt;50ms)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Scalable async worker tasks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OAuth 2.0 institutional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42344320" y="32004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400">
                <a:solidFill>
                  <a:srgbClr val="0B1E36"/>
                </a:solidFill>
              </a:defRPr>
            </a:pPr>
            <a:r>
              <a:t>AI / NLP Engine</a:t>
            </a:r>
          </a:p>
          <a:p>
            <a:pPr>
              <a:spcAft>
                <a:spcPts val="600"/>
              </a:spcAft>
              <a:defRPr b="1" sz="1000">
                <a:solidFill>
                  <a:srgbClr val="0E7490"/>
                </a:solidFill>
              </a:defRPr>
            </a:pPr>
            <a:r>
              <a:t>LangChain &amp; Vector Cosine Scoring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Eligibility criteria rule parsing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MiniLM semantic text embeddings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Multi-variable compatibility score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Dynamic threshold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00063150720" y="32004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b="1" sz="1400">
                <a:solidFill>
                  <a:srgbClr val="0B1E36"/>
                </a:solidFill>
              </a:defRPr>
            </a:pPr>
            <a:r>
              <a:t>Data &amp; Security</a:t>
            </a:r>
          </a:p>
          <a:p>
            <a:pPr>
              <a:spcAft>
                <a:spcPts val="600"/>
              </a:spcAft>
              <a:defRPr b="1" sz="1000">
                <a:solidFill>
                  <a:srgbClr val="0E7490"/>
                </a:solidFill>
              </a:defRPr>
            </a:pPr>
            <a:r>
              <a:t>PostgreSQL, Redis &amp; AES-256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PostgreSQL for profiles &amp; listings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Redis for session caching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AES-256 encrypted credential vault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Strict PII privacy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5 • DIFFERENTIATORS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Core Innovations &amp; Unique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 algn="ctr"/>
            <a:r>
              <a:rPr b="1" sz="1400">
                <a:solidFill>
                  <a:srgbClr val="0B1E36"/>
                </a:solidFill>
              </a:rPr>
              <a:t>★ Smart Eligibility Verification: </a:t>
            </a:r>
            <a:r>
              <a:rPr sz="1300">
                <a:solidFill>
                  <a:srgbClr val="0F172A"/>
                </a:solidFill>
              </a:rPr>
              <a:t>Parses complex guidelines (min CGPA, branch restriction, graduation batch) and generates instant eligibility checks with flagged deficits.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 algn="ctr"/>
            <a:r>
              <a:rPr b="1" sz="1400">
                <a:solidFill>
                  <a:srgbClr val="0B1E36"/>
                </a:solidFill>
              </a:rPr>
              <a:t>★ AI Mentor-Mentee Matchmaker: </a:t>
            </a:r>
            <a:r>
              <a:rPr sz="1300">
                <a:solidFill>
                  <a:srgbClr val="0F172A"/>
                </a:solidFill>
              </a:rPr>
              <a:t>Pairs students with female role models based on career trajectory (e.g., Tier-2 student aspiring for top AI research or semiconductor roles).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 algn="ctr"/>
            <a:r>
              <a:rPr b="1" sz="1400">
                <a:solidFill>
                  <a:srgbClr val="0B1E36"/>
                </a:solidFill>
              </a:rPr>
              <a:t>★ Zero-Miss Deadline Tracking: </a:t>
            </a:r>
            <a:r>
              <a:rPr sz="1300">
                <a:solidFill>
                  <a:srgbClr val="0F172A"/>
                </a:solidFill>
              </a:rPr>
              <a:t>Multi-stage automated alerts at T-7, T-3, and T-1 days with Google Calendar and Outlook synchronization.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 algn="ctr"/>
            <a:r>
              <a:rPr b="1" sz="1400">
                <a:solidFill>
                  <a:srgbClr val="0B1E36"/>
                </a:solidFill>
              </a:rPr>
              <a:t>★ Peer Collaboration &amp; Teammate Finder: </a:t>
            </a:r>
            <a:r>
              <a:rPr sz="1300">
                <a:solidFill>
                  <a:srgbClr val="0F172A"/>
                </a:solidFill>
              </a:rPr>
              <a:t>Safe, moderated project showcase space enabling female students to team up for hackathons and research publications.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37160" wrap="square"/>
          <a:lstStyle/>
          <a:p>
            <a:pPr algn="ctr"/>
            <a:r>
              <a:rPr b="1" sz="1400">
                <a:solidFill>
                  <a:srgbClr val="0B1E36"/>
                </a:solidFill>
              </a:rPr>
              <a:t>★ Privacy-First Safe Community: </a:t>
            </a:r>
            <a:r>
              <a:rPr sz="1300">
                <a:solidFill>
                  <a:srgbClr val="0F172A"/>
                </a:solidFill>
              </a:rPr>
              <a:t>Mandatory institutional email verification, anonymous doubt resolution, and automated anti-harassment safeguards.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6 • REAL-WORLD IMPACT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Daily Life Implementation: Before vs.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 wrap="square"/>
          <a:lstStyle/>
          <a:p>
            <a:pPr algn="ctr">
              <a:defRPr b="1" sz="1800">
                <a:solidFill>
                  <a:srgbClr val="B91C1C"/>
                </a:solidFill>
              </a:defRPr>
            </a:pPr>
            <a:r>
              <a:t>Situation Before (Current Reality)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❌ Fragmented Discovery: Students spend 10+ hours weekly scrolling unverified LinkedIn, WhatsApp, and Telegram posts.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❌ Frequent Missed Deadlines: Complex multi-portal criteria lead to confusion and overlooked scholarship windows.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❌ Guidance Void: Lack of visible female role models creates hesitation, impostor syndrome, and career ambiguity.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❌ Generic Applications: Students apply blindly without tailored resumes, SOP reviews, or referral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 wrap="square"/>
          <a:lstStyle/>
          <a:p>
            <a:pPr algn="ctr">
              <a:defRPr b="1" sz="1800">
                <a:solidFill>
                  <a:srgbClr val="15803D"/>
                </a:solidFill>
              </a:defRPr>
            </a:pPr>
            <a:r>
              <a:t>Situation After (With CONECT)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✅ Single Source of Truth: 100% verified opportunities delivered instantly to a branch-tailored feed.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✅ Automated Calendar Sync: Zero missed deadlines with automated push reminders and pre-screened eligibility checks.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✅ Direct Role Model Access: One-click booking with relatable mentors for resume teardowns and mock interviews.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✅ Empowered Collaboration: Peer network connects women engineers to win hackathons and co-publish research.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7 • EXPERIENCE FLOW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User Journey &amp; Platform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Student Journey: Discovery to Success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1. Profile Setup: Input branch, CGPA, graduation year &amp; target career aspirations.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2. AI Matching: Review opportunities sorted by compatibility score (e.g. 95% Match).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3. Pipeline Tracking: Save deadlines and sync alerts to Google Calendar / Outlook.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4. Mentor Guidance: Book 1-on-1 prep sessions for resume review and referral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defRPr b="1" sz="1600">
                <a:solidFill>
                  <a:srgbClr val="0E7490"/>
                </a:solidFill>
              </a:defRPr>
            </a:pPr>
            <a:r>
              <a:t>Mentor Journey: Impact &amp; Giving Back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1. Verified Onboarding: Female leaders verify professional credentials and set weekly availability slots.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2. Structured Sessions: Conduct high-impact 30-minute video sessions without sharing private phone/email.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3. Quality Feedback Loop: Double-blind rating system ensures session quality and mentor satisfaction.</a:t>
            </a:r>
          </a:p>
          <a:p>
            <a:pPr>
              <a:spcAft>
                <a:spcPts val="300"/>
              </a:spcAft>
              <a:defRPr sz="1200">
                <a:solidFill>
                  <a:srgbClr val="0F172A"/>
                </a:solidFill>
              </a:defRPr>
            </a:pPr>
            <a:r>
              <a:t>➔ 4. Direct Referral Loop: Recommend standout mentees directly for corporate diversity hiring loops.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8 • SCALABILITY &amp; SECURITY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Inclusivity &amp; Data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Broad Inclusivity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Tailored for all engineering branches (CSE, ECE, Mech, Civil, Biotech).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Low-bandwidth optimization and offline caching for tier-2/3 college students.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Multilingual documentation support for regional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74523411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Security &amp; Privacy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AES-256 encrypted storage for academic records and transcripts.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Zero PII exposure: Mentorship calls conducted via anonymous video links.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Strict compliance with Indian DPDP Act and international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54903950720" y="1371600"/>
            <a:ext cx="3291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b="1" sz="1600">
                <a:solidFill>
                  <a:srgbClr val="0B1E36"/>
                </a:solidFill>
              </a:defRPr>
            </a:pPr>
            <a:r>
              <a:t>Technical Feasibility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Serverless FastAPI microservices scale dynamically during deadline surges.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Lightweight vector search ensures instantaneous matching on mobile devices.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Standard REST APIs allow easy integration with college placement cells.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1100" b="1">
                <a:solidFill>
                  <a:srgbClr val="F5A623"/>
                </a:solidFill>
              </a:defRPr>
            </a:pPr>
            <a:r>
              <a:t>SLIDE 9 • GOALS &amp; CONCLUSION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Measurable Impact &amp; 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73152"/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Project CONECT • Centralized Opportunity &amp; Mentorship Ecosystem for Women in 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 wrap="square"/>
          <a:lstStyle/>
          <a:p>
            <a:pPr algn="ctr">
              <a:defRPr b="1" sz="1800">
                <a:solidFill>
                  <a:srgbClr val="0B1E36"/>
                </a:solidFill>
              </a:defRPr>
            </a:pPr>
            <a:r>
              <a:t>Target Success Metrics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🎯 40%+ Increase in applications for women-in-STEM scholarships &amp; internships.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🎯 75% Reduction in time wasted navigating scattered portals &amp; verifying criteria.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🎯 5,000+ Verified 1-on-1 mentorship hours logged across Tier-1 to Tier-3 institutions.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🎯 Zero Missed Deadlines for active users utilizing smart calendar synchronization.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 wrap="square"/>
          <a:lstStyle/>
          <a:p>
            <a:pPr algn="ctr">
              <a:defRPr b="1" sz="1800">
                <a:solidFill>
                  <a:srgbClr val="0E7490"/>
                </a:solidFill>
              </a:defRPr>
            </a:pPr>
            <a:r>
              <a:t>Phase-Wise Execution Roadmap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🚀 Phase 1 (MVP - M1-M3): Launch Core Web Portal + Aggregator + Deadline Tracker with Calendar Sync.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🚀 Phase 2 (M4-M6): Deploy AI Match Engine + 1-on-1 Mentor Booking + Pilot with IEEE WIE Chapters.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🚀 Phase 3 (M7+): AI Mock Interview Assistant + Micro-Grant Sponsorship Pool from Alumni &amp; CSR.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🚀 Conclusion: CONECT bridges the guidance gap, empowering women to excel and lead in STEM careers.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